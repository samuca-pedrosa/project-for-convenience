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61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463040" y="7132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CONVENIENCIA DO POSTO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Vendas em 3 Camadas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Tkinter + Banco de Dados MySQL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4612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45720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636"/>
          </a:solidFill>
          <a:ln w="15875">
            <a:solidFill>
              <a:srgbClr val="8B7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852160" y="4572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 ·  Clientes  ·  Vendas  ·  Forma de Pagamento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Metodologia: Kanban no GitHub Projects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codar, o time quebrou o sistema em tarefas rastreaveis.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94460" y="257860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9446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474720" y="169164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0540" y="257860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32054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154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em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697480" cy="45720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revisao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46620" y="257860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4EBFF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24662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26880" y="16916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326880" y="1691640"/>
            <a:ext cx="2697480" cy="457200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32688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72700" y="2578608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3F6EC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017270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A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0" y="31546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funcionalidades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772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35" name="Text 33"/>
          <p:cNvSpPr/>
          <p:nvPr/>
        </p:nvSpPr>
        <p:spPr>
          <a:xfrm>
            <a:off x="1417320" y="44348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#1 — Use Cases Document: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levantamento de casos de uso feito antes de codar e' que originou os 14 cards do backlog (Produtos, Clientes e Vendas).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mostrar isso: </a:t>
            </a:r>
            <a:r>
              <a:rPr lang="en-US" sz="125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que o time seguiu um processo agil, com controle visual do fluxo de trabalho — nao foi so 'sentar e codar'.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card </a:t>
            </a:r>
            <a:r>
              <a:rPr lang="en-US" sz="3000" b="1" dirty="0" err="1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</a:t>
            </a: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rastreabilidade completa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card concluido atravessou as 3 camadas de verdade.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3152" cy="475488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Produto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73152" cy="475488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16459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Buscar/Filtrar Produtos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231136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2231136"/>
            <a:ext cx="73152" cy="475488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22311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23113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Produto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31136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17920" y="2231136"/>
            <a:ext cx="73152" cy="475488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0" y="22311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223113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Produto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2816352"/>
            <a:ext cx="73152" cy="475488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1520" y="2816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28163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2816352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217920" y="2816352"/>
            <a:ext cx="73152" cy="475488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00800" y="2816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8163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Buscar/Filtrar Clientes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01568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48640" y="3401568"/>
            <a:ext cx="73152" cy="475488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31520" y="34015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40156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Cliente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401568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217920" y="3401568"/>
            <a:ext cx="73152" cy="475488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400800" y="34015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40156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Cliente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986784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48640" y="3986784"/>
            <a:ext cx="73152" cy="475488"/>
          </a:xfrm>
          <a:prstGeom prst="rect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31520" y="398678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34440" y="398678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Vendas e Itens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3986784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6217920" y="3986784"/>
            <a:ext cx="73152" cy="475488"/>
          </a:xfrm>
          <a:prstGeom prst="rect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00800" y="398678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03720" y="398678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Venda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68680" y="469087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card #9 atravessando as 3 camadas: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8680" y="5010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AbaClientes._salvar()   →   ClienteService.cadastrar_cliente()   →   ClienteRepository.adicionar()   →   INSERT INTO clientes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822960" y="57607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Atencao: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encontramos um card especifico para 'Registrar Venda' (o fluxo de carrinho + baixa de estoque) — vale confirmar antes da apresentacao.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3 camadas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so conversa com a vizinha logo abaixo — nunca pula etapas.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Apresentacao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src/apresentacao/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Telas, botoes, tabelas — tudo que o usuario ve e clica.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87368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src/negocio/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Validacoes e regras (ex: preco nao pode ser negativo).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27848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0392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src/dados/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3493008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e executa comandos SQL no MySQL.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77240" y="5257800"/>
            <a:ext cx="502920" cy="502920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pastas de apoio, fora das 3 camadas: </a:t>
            </a:r>
            <a:r>
              <a:rPr lang="en-US" sz="13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src/dominio/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(classes de dados sem logica) e </a:t>
            </a:r>
            <a:r>
              <a:rPr lang="en-US" sz="1300" b="1" dirty="0">
                <a:solidFill>
                  <a:srgbClr val="13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src/config/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host/senha/banco de variaveis de ambiente).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operacao percorre o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 finalizar uma venda no carrinho.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Tela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6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clica em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"Finalizar venda"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38728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538728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53872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Servico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A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75888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VendaService.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registrar_venda()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71616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37376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37376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3737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Repositorio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74536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VendasRepository.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70264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36024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336024" y="18288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33602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MySQL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6024" y="24231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73184" y="27889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 ...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05840" y="47091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en-US" sz="150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NUNCA executa SQL nem fala com o banco diretamente. Todo clique de botao chama um metodo de um service — que so entao aciona o repositorio.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Raiz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— nao e codigo Python da aplicacao, mas prepara o terreno.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828800" y="1856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2219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MySQL 8.0 automaticamente. Define senha, banco 'aplicacao', porta 3306, e ja roda o init.sql na primeira vez.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20574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223760" y="20574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777240" cy="777240"/>
          </a:xfrm>
          <a:prstGeom prst="ellipse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1828800" y="3456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8221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uma dependencia: mysql-connector-python — a biblioteca oficial para o Python falar com o MySQL.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3657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223760" y="3657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777240" cy="77724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1828800" y="5056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54223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Documentacao: proposito do sistema, como instalar dependencias e como rodar a aplicacao.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23760" y="52578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223760" y="5257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dados: 4 tabelas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banco_de_dados/init.sql — executado automaticamente ao subir o container.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3B6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id_produto, nome, categoria,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preco, estoque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17A865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97480" cy="457200"/>
          </a:xfrm>
          <a:prstGeom prst="rect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id_cliente, nome, cpf (UNIQUE),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telefone, email, data_cadastro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8B7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2697480" cy="457200"/>
          </a:xfrm>
          <a:prstGeom prst="rect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id_venda, id_cliente (FK),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data_venda, total, forma_pagamento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13182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89720" y="1691640"/>
            <a:ext cx="2697480" cy="457200"/>
          </a:xfrm>
          <a:prstGeom prst="rect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8972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itens_venda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2286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id_item, id_venda (FK),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id_produto (FK), quantidade, preco_unit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09728" cy="173736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1062 — Duplicado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55371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CPF e UNIQUE em clientes. Cadastrar dois clientes com o mesmo CPF dispara esse erro.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6B2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109728" cy="1737360"/>
          </a:xfrm>
          <a:prstGeom prst="rect">
            <a:avLst/>
          </a:prstGeom>
          <a:solidFill>
            <a:srgbClr val="EA6B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1451 — Chave estrangeira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553712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FKs em vendas e itens_venda impedem remover um produto/cliente que ja esta associado a uma venda.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de apoio: Config e Dominio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fazem parte das 3 camadas principais, mas sustentam todas elas.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src/config/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359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configuracao_banco.py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obter_configuracao_banco() devolve host, porta, usuario, senha e banco — lidos de variaveis de ambiente (DB_HOST, DB_PORT, DB_USER, DB_PASSWORD, DB_NAME). Sem variavel definida, usa os padroes do docker-compose.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4389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unico lugar do projeto que le variaveis de ambiente. Da pra apontar para outro banco so trocando variaveis, sem mexer em codigo.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src/dominio/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23591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dataclasses — so guardam dado, sem logica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27432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preco, estoque, categoria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32004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cpf, telefone, email, data_cadastro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6576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id_venda, id_cliente, data_venda, total, forma_pagamento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Itens_venda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1148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id_item, id_venda, id_produto, quantidade, preco_unit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Itens_venda e' separado de Venda?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no banco relacional cada item e' uma linha propria em itens_venda, ligada a venda por chave estrangeira.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+ os padroes de projeto Factory e Singleton.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E4EBFF"/>
          </a:solidFill>
          <a:ln w="12700">
            <a:solidFill>
              <a:srgbClr val="3B6CF6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 —  conexao_factory.py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"Sabe CRIAR o objeto certo." Metodo estatico criar_conexao() monta a conexao mysql.connector a partir da configuracao.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459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E3F6EC"/>
          </a:solidFill>
          <a:ln w="12700">
            <a:solidFill>
              <a:srgbClr val="17A865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548640" cy="548640"/>
          </a:xfrm>
          <a:prstGeom prst="ellipse">
            <a:avLst/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Singleton  —  conexao_singleton.py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existe UM." Guarda a conexao numa variavel de classe; devolve sempre a mesma instancia para todos os repositorios.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repositorios, mesmo molde de metodos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ProdutoRepository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118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VendasRepository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443484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0982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ItensVendaRepository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6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adicionar()  ·  listar_todos()  ·  buscar_por_id()  ·  atualizar()  ·  remover()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Destaque: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VendasRepository tem um metodo extra, _garantir_coluna_forma_pagamento() — uma auto-migracao que adiciona a coluna em bancos criados antes dessa funcionalidade existir, sem passo manual.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Validacoes e regras — o 'porque', nao o 'como salvar'.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6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nome/categoria nao vazios e preco/estoque nao negativos antes de cadastrar ou atualizar.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8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nome e CPF (11 digitos). _somente_digitos() limpa a formatacao antes de contar.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E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complexo: recebe 3 repositorios (venda, item, produto) — uma venda mexe em 3 tabelas ao mesmo tempo.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registrar_venda() — passo a passo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41832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 carrinho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vazio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072384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Checa estoque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item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9784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202936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Calcula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0336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33488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Cria a venda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os itens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90888" y="4663440"/>
            <a:ext cx="2011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464040" y="4663440"/>
            <a:ext cx="186537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Desconta o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vendido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Apresentacao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Tkinter — a parte que o usuario ve e clica.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548640" cy="548640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fabrica_servicos.py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criar_servicos() monta conexao → repositorio → service para cada entidade, reaproveitando a mesma conexao (Singleton). Injecao de dependencia manual.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5080" y="1901952"/>
            <a:ext cx="548640" cy="548640"/>
          </a:xfrm>
          <a:prstGeom prst="ellipse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interface_tkinter.py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(Produtos / Clientes / Vendas), cada aba com formulario + tabela + CRUD completo. AplicacaoPrincipal._mostrar_secao() alterna qual aba aparece.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3F6EC"/>
          </a:solidFill>
          <a:ln w="12700">
            <a:solidFill>
              <a:srgbClr val="17A86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Destaque: forma de pagamento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044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7220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Debito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17A86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82396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Credito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1826"/>
          </a:solidFill>
          <a:ln w="12700">
            <a:solidFill>
              <a:srgbClr val="131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respeitada de ponta a ponta: </a:t>
            </a:r>
            <a:r>
              <a:rPr lang="en-US" sz="1350" dirty="0">
                <a:solidFill>
                  <a:srgbClr val="C7C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nunca executa SQL nem fala com o banco diretamente.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que podem cair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essas respostas de cor.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91440" cy="105156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Factory e Singleton juntos?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sabe CRIAR a conexao; Singleton garante que so existe UMA, compartilhada por todos os repositorios.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91440" cy="105156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causa o erro 1062?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duplicado — constraint UNIQUE na tabela clientes.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91440" cy="105156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8680" y="41970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causa o erro 1451?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56285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remover um produto/cliente que ja tem venda associada — protegido por chave estrangeira.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91440" cy="1051560"/>
          </a:xfrm>
          <a:prstGeom prst="rect">
            <a:avLst/>
          </a:prstGeom>
          <a:solidFill>
            <a:srgbClr val="3B6C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8680" y="54041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Itens_venda e' separado de Venda?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76986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 a tabela relacional: cada item e' uma linha propria, ligada a venda por FK.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 (para a demonstracao)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comandos, do zero ate a janela abrir.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84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o banco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MySQL e ja roda o init.sql.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20391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66360" y="20391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2960" y="3410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169164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Instalar dependencias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6850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 mysql-connector-python.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34107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166360" y="34107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1F263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22960" y="4782312"/>
            <a:ext cx="658368" cy="658368"/>
          </a:xfrm>
          <a:prstGeom prst="ellipse">
            <a:avLst/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2960" y="4782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84" dirty="0"/>
          </a:p>
        </p:txBody>
      </p:sp>
      <p:sp>
        <p:nvSpPr>
          <p:cNvPr id="21" name="Text 19"/>
          <p:cNvSpPr/>
          <p:nvPr/>
        </p:nvSpPr>
        <p:spPr>
          <a:xfrm>
            <a:off x="1691640" y="4663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a aplicacao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056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janela ja conectada.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478231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1318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166360" y="4782312"/>
            <a:ext cx="6172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4EBFF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 rodape da barra lateral mostra host/porta/banco conectado — prova visual rapida de que esta tudo certo.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Conveniencia — Apresentacao do Projeto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1F2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Duvidas sobre o processo, a arquitetura, os padroes de projeto ou o fluxo de uma venda?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Apresentacao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4944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42976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F2636"/>
          </a:solidFill>
          <a:ln w="12700">
            <a:solidFill>
              <a:srgbClr val="3B6C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05256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Microsoft Office PowerPoint</Application>
  <PresentationFormat>Widescreen</PresentationFormat>
  <Paragraphs>267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Pedrosa</cp:lastModifiedBy>
  <cp:revision>2</cp:revision>
  <dcterms:created xsi:type="dcterms:W3CDTF">2026-07-15T10:24:37Z</dcterms:created>
  <dcterms:modified xsi:type="dcterms:W3CDTF">2026-07-15T10:27:35Z</dcterms:modified>
</cp:coreProperties>
</file>